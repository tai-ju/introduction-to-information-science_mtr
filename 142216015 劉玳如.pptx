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A65335-703E-40C3-9575-FCE88F79E9E7}" v="18" dt="2025-10-27T02:31:23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820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玳如 劉" userId="57117983bbab1dfe" providerId="LiveId" clId="{88C8B942-2A23-4B58-AE9A-40DBB63FF690}"/>
    <pc:docChg chg="undo custSel addSld delSld modSld">
      <pc:chgData name="玳如 劉" userId="57117983bbab1dfe" providerId="LiveId" clId="{88C8B942-2A23-4B58-AE9A-40DBB63FF690}" dt="2025-10-27T02:42:12.664" v="1086" actId="20577"/>
      <pc:docMkLst>
        <pc:docMk/>
      </pc:docMkLst>
      <pc:sldChg chg="addSp delSp modSp mod">
        <pc:chgData name="玳如 劉" userId="57117983bbab1dfe" providerId="LiveId" clId="{88C8B942-2A23-4B58-AE9A-40DBB63FF690}" dt="2025-10-27T01:29:36.869" v="987" actId="948"/>
        <pc:sldMkLst>
          <pc:docMk/>
          <pc:sldMk cId="0" sldId="257"/>
        </pc:sldMkLst>
        <pc:spChg chg="mod">
          <ac:chgData name="玳如 劉" userId="57117983bbab1dfe" providerId="LiveId" clId="{88C8B942-2A23-4B58-AE9A-40DBB63FF690}" dt="2025-10-24T02:50:22.918" v="81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44.160" v="4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0:05.482" v="59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0:28.793" v="88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54.653" v="57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54.653" v="57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41.283" v="38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0:16.368" v="80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7T01:29:36.869" v="987" actId="94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玳如 劉" userId="57117983bbab1dfe" providerId="LiveId" clId="{88C8B942-2A23-4B58-AE9A-40DBB63FF690}" dt="2025-10-27T01:29:17.827" v="983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36.610" v="36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36.610" v="36" actId="103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玳如 劉" userId="57117983bbab1dfe" providerId="LiveId" clId="{88C8B942-2A23-4B58-AE9A-40DBB63FF690}" dt="2025-10-24T02:49:36.610" v="36" actId="1035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16.276" v="957" actId="1076"/>
          <ac:spMkLst>
            <pc:docMk/>
            <pc:sldMk cId="0" sldId="257"/>
            <ac:spMk id="16" creationId="{B77495E3-7697-67D2-37BB-2BBA461B02A1}"/>
          </ac:spMkLst>
        </pc:spChg>
      </pc:sldChg>
      <pc:sldChg chg="addSp modSp mod">
        <pc:chgData name="玳如 劉" userId="57117983bbab1dfe" providerId="LiveId" clId="{88C8B942-2A23-4B58-AE9A-40DBB63FF690}" dt="2025-10-27T01:38:02.961" v="1001" actId="1076"/>
        <pc:sldMkLst>
          <pc:docMk/>
          <pc:sldMk cId="0" sldId="258"/>
        </pc:sldMkLst>
        <pc:spChg chg="mod">
          <ac:chgData name="玳如 劉" userId="57117983bbab1dfe" providerId="LiveId" clId="{88C8B942-2A23-4B58-AE9A-40DBB63FF690}" dt="2025-10-24T02:51:06.364" v="108" actId="1037"/>
          <ac:spMkLst>
            <pc:docMk/>
            <pc:sldMk cId="0" sldId="258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7T01:37:07.699" v="99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1:16.406" v="109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7T01:37:58.969" v="99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1:16.406" v="109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1:37.233" v="112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1:16.406" v="109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1:16.406" v="109" actId="255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19.742" v="959" actId="20577"/>
          <ac:spMkLst>
            <pc:docMk/>
            <pc:sldMk cId="0" sldId="258"/>
            <ac:spMk id="12" creationId="{23945A81-1CD4-2E83-09CC-18AD8C7F5B45}"/>
          </ac:spMkLst>
        </pc:spChg>
        <pc:picChg chg="add mod">
          <ac:chgData name="玳如 劉" userId="57117983bbab1dfe" providerId="LiveId" clId="{88C8B942-2A23-4B58-AE9A-40DBB63FF690}" dt="2025-10-27T01:38:02.961" v="1001" actId="1076"/>
          <ac:picMkLst>
            <pc:docMk/>
            <pc:sldMk cId="0" sldId="258"/>
            <ac:picMk id="14" creationId="{8EF6FF91-8380-08E1-3AE7-512E571FC3A7}"/>
          </ac:picMkLst>
        </pc:picChg>
      </pc:sldChg>
      <pc:sldChg chg="addSp modSp mod">
        <pc:chgData name="玳如 劉" userId="57117983bbab1dfe" providerId="LiveId" clId="{88C8B942-2A23-4B58-AE9A-40DBB63FF690}" dt="2025-10-27T01:25:24.432" v="964" actId="20577"/>
        <pc:sldMkLst>
          <pc:docMk/>
          <pc:sldMk cId="0" sldId="259"/>
        </pc:sldMkLst>
        <pc:spChg chg="mod">
          <ac:chgData name="玳如 劉" userId="57117983bbab1dfe" providerId="LiveId" clId="{88C8B942-2A23-4B58-AE9A-40DBB63FF690}" dt="2025-10-24T02:52:06.901" v="113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2:28.354" v="136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3:00.080" v="157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2:11.921" v="114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3:12.959" v="167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2:48.636" v="153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2:55.685" v="155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3:53.251" v="182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47.897" v="227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15.654" v="202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43.736" v="226" actId="10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43.736" v="226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32.833" v="208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4:57.671" v="230" actId="1036"/>
          <ac:spMkLst>
            <pc:docMk/>
            <pc:sldMk cId="0" sldId="259"/>
            <ac:spMk id="16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24.432" v="964" actId="20577"/>
          <ac:spMkLst>
            <pc:docMk/>
            <pc:sldMk cId="0" sldId="259"/>
            <ac:spMk id="17" creationId="{A1D595C6-5E52-6D33-35A8-81510C5705CF}"/>
          </ac:spMkLst>
        </pc:spChg>
      </pc:sldChg>
      <pc:sldChg chg="addSp modSp mod">
        <pc:chgData name="玳如 劉" userId="57117983bbab1dfe" providerId="LiveId" clId="{88C8B942-2A23-4B58-AE9A-40DBB63FF690}" dt="2025-10-27T01:25:36.722" v="970" actId="20577"/>
        <pc:sldMkLst>
          <pc:docMk/>
          <pc:sldMk cId="0" sldId="261"/>
        </pc:sldMkLst>
        <pc:spChg chg="mod">
          <ac:chgData name="玳如 劉" userId="57117983bbab1dfe" providerId="LiveId" clId="{88C8B942-2A23-4B58-AE9A-40DBB63FF690}" dt="2025-10-24T02:59:26.388" v="480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0-24T02:59:31.241" v="481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1.121" v="487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35.929" v="496" actId="1035"/>
          <ac:spMkLst>
            <pc:docMk/>
            <pc:sldMk cId="0" sldId="261"/>
            <ac:spMk id="5" creationId="{00000000-0000-0000-0000-000000000000}"/>
          </ac:spMkLst>
        </pc:spChg>
        <pc:spChg chg="mod">
          <ac:chgData name="玳如 劉" userId="57117983bbab1dfe" providerId="LiveId" clId="{88C8B942-2A23-4B58-AE9A-40DBB63FF690}" dt="2025-10-27T01:21:45.996" v="871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9.593" v="48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9.593" v="488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9.593" v="48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9.593" v="488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0:19.593" v="488" actId="1076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36.722" v="970" actId="20577"/>
          <ac:spMkLst>
            <pc:docMk/>
            <pc:sldMk cId="0" sldId="261"/>
            <ac:spMk id="12" creationId="{F8F0D686-9A97-119D-EF4D-9C206947758A}"/>
          </ac:spMkLst>
        </pc:spChg>
      </pc:sldChg>
      <pc:sldChg chg="addSp modSp mod">
        <pc:chgData name="玳如 劉" userId="57117983bbab1dfe" providerId="LiveId" clId="{88C8B942-2A23-4B58-AE9A-40DBB63FF690}" dt="2025-10-27T01:25:40.746" v="973" actId="20577"/>
        <pc:sldMkLst>
          <pc:docMk/>
          <pc:sldMk cId="0" sldId="262"/>
        </pc:sldMkLst>
        <pc:spChg chg="mod">
          <ac:chgData name="玳如 劉" userId="57117983bbab1dfe" providerId="LiveId" clId="{88C8B942-2A23-4B58-AE9A-40DBB63FF690}" dt="2025-10-24T03:00:54.463" v="525" actId="1037"/>
          <ac:spMkLst>
            <pc:docMk/>
            <pc:sldMk cId="0" sldId="262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7T01:22:46.163" v="938" actId="20577"/>
          <ac:spMkLst>
            <pc:docMk/>
            <pc:sldMk cId="0" sldId="262"/>
            <ac:spMk id="5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40.746" v="973" actId="20577"/>
          <ac:spMkLst>
            <pc:docMk/>
            <pc:sldMk cId="0" sldId="262"/>
            <ac:spMk id="6" creationId="{B68ED92D-C84A-6F3C-FEE2-E0CDF7265CC9}"/>
          </ac:spMkLst>
        </pc:spChg>
      </pc:sldChg>
      <pc:sldChg chg="addSp modSp mod">
        <pc:chgData name="玳如 劉" userId="57117983bbab1dfe" providerId="LiveId" clId="{88C8B942-2A23-4B58-AE9A-40DBB63FF690}" dt="2025-10-27T01:25:44.938" v="976" actId="20577"/>
        <pc:sldMkLst>
          <pc:docMk/>
          <pc:sldMk cId="0" sldId="263"/>
        </pc:sldMkLst>
        <pc:spChg chg="mod">
          <ac:chgData name="玳如 劉" userId="57117983bbab1dfe" providerId="LiveId" clId="{88C8B942-2A23-4B58-AE9A-40DBB63FF690}" dt="2025-10-24T03:01:05.289" v="527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13.840" v="604" actId="10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1:00.592" v="526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31.781" v="631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16.224" v="608" actId="10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25.658" v="625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25.658" v="625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21.940" v="618" actId="10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21.940" v="618" actId="10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1:34.150" v="545" actId="103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玳如 劉" userId="57117983bbab1dfe" providerId="LiveId" clId="{88C8B942-2A23-4B58-AE9A-40DBB63FF690}" dt="2025-10-27T01:23:55.038" v="951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0.990" v="671" actId="10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1:23.991" v="531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02.508" v="662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05.639" v="665" actId="10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58.559" v="660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51.278" v="653" actId="10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48.580" v="645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2:48.580" v="645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1:43.871" v="566" actId="10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玳如 劉" userId="57117983bbab1dfe" providerId="LiveId" clId="{88C8B942-2A23-4B58-AE9A-40DBB63FF690}" dt="2025-10-27T01:23:57.982" v="952"/>
          <ac:spMkLst>
            <pc:docMk/>
            <pc:sldMk cId="0" sldId="263"/>
            <ac:spMk id="2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16.277" v="668" actId="10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1:16.687" v="529" actId="255"/>
          <ac:spMkLst>
            <pc:docMk/>
            <pc:sldMk cId="0" sldId="263"/>
            <ac:spMk id="29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44.938" v="976" actId="20577"/>
          <ac:spMkLst>
            <pc:docMk/>
            <pc:sldMk cId="0" sldId="263"/>
            <ac:spMk id="30" creationId="{9CC0F3F5-1050-5430-4138-E527F07E6658}"/>
          </ac:spMkLst>
        </pc:spChg>
      </pc:sldChg>
      <pc:sldChg chg="addSp modSp mod">
        <pc:chgData name="玳如 劉" userId="57117983bbab1dfe" providerId="LiveId" clId="{88C8B942-2A23-4B58-AE9A-40DBB63FF690}" dt="2025-10-27T01:25:49.204" v="979" actId="20577"/>
        <pc:sldMkLst>
          <pc:docMk/>
          <pc:sldMk cId="0" sldId="264"/>
        </pc:sldMkLst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32.555" v="673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11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28.596" v="672" actId="255"/>
          <ac:spMkLst>
            <pc:docMk/>
            <pc:sldMk cId="0" sldId="264"/>
            <ac:spMk id="15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37.645" v="674" actId="1076"/>
          <ac:spMkLst>
            <pc:docMk/>
            <pc:sldMk cId="0" sldId="264"/>
            <ac:spMk id="16" creationId="{00000000-0000-0000-0000-000000000000}"/>
          </ac:spMkLst>
        </pc:spChg>
        <pc:spChg chg="add mod">
          <ac:chgData name="玳如 劉" userId="57117983bbab1dfe" providerId="LiveId" clId="{88C8B942-2A23-4B58-AE9A-40DBB63FF690}" dt="2025-10-27T01:25:49.204" v="979" actId="20577"/>
          <ac:spMkLst>
            <pc:docMk/>
            <pc:sldMk cId="0" sldId="264"/>
            <ac:spMk id="17" creationId="{3987A502-59EF-4985-37D8-A0226ABD1C5C}"/>
          </ac:spMkLst>
        </pc:spChg>
      </pc:sldChg>
      <pc:sldChg chg="addSp modSp mod">
        <pc:chgData name="玳如 劉" userId="57117983bbab1dfe" providerId="LiveId" clId="{88C8B942-2A23-4B58-AE9A-40DBB63FF690}" dt="2025-10-27T02:42:12.664" v="1086" actId="20577"/>
        <pc:sldMkLst>
          <pc:docMk/>
          <pc:sldMk cId="0" sldId="265"/>
        </pc:sldMkLst>
        <pc:spChg chg="mod">
          <ac:chgData name="玳如 劉" userId="57117983bbab1dfe" providerId="LiveId" clId="{88C8B942-2A23-4B58-AE9A-40DBB63FF690}" dt="2025-10-24T03:03:52.653" v="679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3:56.365" v="680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5:08.571" v="736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5:06.775" v="734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5:22.792" v="739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6:16.307" v="796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玳如 劉" userId="57117983bbab1dfe" providerId="LiveId" clId="{88C8B942-2A23-4B58-AE9A-40DBB63FF690}" dt="2025-10-24T03:06:23.585" v="814" actId="10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玳如 劉" userId="57117983bbab1dfe" providerId="LiveId" clId="{88C8B942-2A23-4B58-AE9A-40DBB63FF690}" dt="2025-10-27T02:42:12.664" v="1086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玳如 劉" userId="57117983bbab1dfe" providerId="LiveId" clId="{88C8B942-2A23-4B58-AE9A-40DBB63FF690}" dt="2025-10-27T02:31:58.897" v="1062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玳如 劉" userId="57117983bbab1dfe" providerId="LiveId" clId="{88C8B942-2A23-4B58-AE9A-40DBB63FF690}" dt="2025-10-27T02:32:19.472" v="1085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玳如 劉" userId="57117983bbab1dfe" providerId="LiveId" clId="{88C8B942-2A23-4B58-AE9A-40DBB63FF690}" dt="2025-10-27T02:32:07.261" v="1064" actId="948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玳如 劉" userId="57117983bbab1dfe" providerId="LiveId" clId="{88C8B942-2A23-4B58-AE9A-40DBB63FF690}" dt="2025-10-24T03:05:19.437" v="738" actId="948"/>
          <ac:spMkLst>
            <pc:docMk/>
            <pc:sldMk cId="0" sldId="265"/>
            <ac:spMk id="14" creationId="{B6767135-BDE0-1526-3E7B-05493B8DEFE5}"/>
          </ac:spMkLst>
        </pc:spChg>
        <pc:spChg chg="add mod">
          <ac:chgData name="玳如 劉" userId="57117983bbab1dfe" providerId="LiveId" clId="{88C8B942-2A23-4B58-AE9A-40DBB63FF690}" dt="2025-10-27T01:25:52.754" v="982" actId="20577"/>
          <ac:spMkLst>
            <pc:docMk/>
            <pc:sldMk cId="0" sldId="265"/>
            <ac:spMk id="15" creationId="{ED9778BD-69B4-745C-5C99-D53AF6EE6663}"/>
          </ac:spMkLst>
        </pc:spChg>
      </pc:sldChg>
      <pc:sldChg chg="addSp modSp mod">
        <pc:chgData name="玳如 劉" userId="57117983bbab1dfe" providerId="LiveId" clId="{88C8B942-2A23-4B58-AE9A-40DBB63FF690}" dt="2025-10-27T01:25:28.938" v="967" actId="20577"/>
        <pc:sldMkLst>
          <pc:docMk/>
          <pc:sldMk cId="4018117392" sldId="266"/>
        </pc:sldMkLst>
        <pc:spChg chg="mod">
          <ac:chgData name="玳如 劉" userId="57117983bbab1dfe" providerId="LiveId" clId="{88C8B942-2A23-4B58-AE9A-40DBB63FF690}" dt="2025-10-24T02:55:06.180" v="231" actId="255"/>
          <ac:spMkLst>
            <pc:docMk/>
            <pc:sldMk cId="4018117392" sldId="266"/>
            <ac:spMk id="2" creationId="{81B953E9-C51C-BED7-6B02-3642EBB00A1E}"/>
          </ac:spMkLst>
        </pc:spChg>
        <pc:spChg chg="mod">
          <ac:chgData name="玳如 劉" userId="57117983bbab1dfe" providerId="LiveId" clId="{88C8B942-2A23-4B58-AE9A-40DBB63FF690}" dt="2025-10-24T02:55:18.081" v="234" actId="1076"/>
          <ac:spMkLst>
            <pc:docMk/>
            <pc:sldMk cId="4018117392" sldId="266"/>
            <ac:spMk id="3" creationId="{AFA5396C-36F4-890D-C1DD-8F95076779DA}"/>
          </ac:spMkLst>
        </pc:spChg>
        <pc:spChg chg="mod">
          <ac:chgData name="玳如 劉" userId="57117983bbab1dfe" providerId="LiveId" clId="{88C8B942-2A23-4B58-AE9A-40DBB63FF690}" dt="2025-10-24T02:59:09.099" v="472" actId="1036"/>
          <ac:spMkLst>
            <pc:docMk/>
            <pc:sldMk cId="4018117392" sldId="266"/>
            <ac:spMk id="4" creationId="{FF6C6A09-8E9A-43E4-7284-D5FEAFC34163}"/>
          </ac:spMkLst>
        </pc:spChg>
        <pc:spChg chg="mod">
          <ac:chgData name="玳如 劉" userId="57117983bbab1dfe" providerId="LiveId" clId="{88C8B942-2A23-4B58-AE9A-40DBB63FF690}" dt="2025-10-24T02:59:18.680" v="479" actId="1036"/>
          <ac:spMkLst>
            <pc:docMk/>
            <pc:sldMk cId="4018117392" sldId="266"/>
            <ac:spMk id="5" creationId="{20319940-44E2-4AA8-FA4A-63F6A26E5D50}"/>
          </ac:spMkLst>
        </pc:spChg>
        <pc:spChg chg="mod">
          <ac:chgData name="玳如 劉" userId="57117983bbab1dfe" providerId="LiveId" clId="{88C8B942-2A23-4B58-AE9A-40DBB63FF690}" dt="2025-10-24T02:59:18.680" v="479" actId="1036"/>
          <ac:spMkLst>
            <pc:docMk/>
            <pc:sldMk cId="4018117392" sldId="266"/>
            <ac:spMk id="6" creationId="{7ED3AE6F-5980-EAC9-5E27-039C1C345722}"/>
          </ac:spMkLst>
        </pc:spChg>
        <pc:spChg chg="mod">
          <ac:chgData name="玳如 劉" userId="57117983bbab1dfe" providerId="LiveId" clId="{88C8B942-2A23-4B58-AE9A-40DBB63FF690}" dt="2025-10-24T02:59:06.149" v="469" actId="1036"/>
          <ac:spMkLst>
            <pc:docMk/>
            <pc:sldMk cId="4018117392" sldId="266"/>
            <ac:spMk id="7" creationId="{A85B4B6D-9AAC-15C3-FD86-A5F3FB390DF8}"/>
          </ac:spMkLst>
        </pc:spChg>
        <pc:spChg chg="mod">
          <ac:chgData name="玳如 劉" userId="57117983bbab1dfe" providerId="LiveId" clId="{88C8B942-2A23-4B58-AE9A-40DBB63FF690}" dt="2025-10-24T02:59:15.037" v="477" actId="1036"/>
          <ac:spMkLst>
            <pc:docMk/>
            <pc:sldMk cId="4018117392" sldId="266"/>
            <ac:spMk id="8" creationId="{E9817C10-6CFA-1B73-8B3B-CC2F8C4EBE0C}"/>
          </ac:spMkLst>
        </pc:spChg>
        <pc:spChg chg="mod">
          <ac:chgData name="玳如 劉" userId="57117983bbab1dfe" providerId="LiveId" clId="{88C8B942-2A23-4B58-AE9A-40DBB63FF690}" dt="2025-10-24T02:59:15.037" v="477" actId="1036"/>
          <ac:spMkLst>
            <pc:docMk/>
            <pc:sldMk cId="4018117392" sldId="266"/>
            <ac:spMk id="9" creationId="{6ADF94DC-E2E0-D77E-1974-2DCE14CE919B}"/>
          </ac:spMkLst>
        </pc:spChg>
        <pc:spChg chg="mod">
          <ac:chgData name="玳如 劉" userId="57117983bbab1dfe" providerId="LiveId" clId="{88C8B942-2A23-4B58-AE9A-40DBB63FF690}" dt="2025-10-24T02:59:15.037" v="477" actId="1036"/>
          <ac:spMkLst>
            <pc:docMk/>
            <pc:sldMk cId="4018117392" sldId="266"/>
            <ac:spMk id="10" creationId="{95B1D843-FD0D-4528-EC72-208CB2B42B51}"/>
          </ac:spMkLst>
        </pc:spChg>
        <pc:spChg chg="mod">
          <ac:chgData name="玳如 劉" userId="57117983bbab1dfe" providerId="LiveId" clId="{88C8B942-2A23-4B58-AE9A-40DBB63FF690}" dt="2025-10-24T02:59:03.969" v="466" actId="1036"/>
          <ac:spMkLst>
            <pc:docMk/>
            <pc:sldMk cId="4018117392" sldId="266"/>
            <ac:spMk id="11" creationId="{28BE63AF-9AF7-39ED-59FD-D01A051EB232}"/>
          </ac:spMkLst>
        </pc:spChg>
        <pc:spChg chg="mod">
          <ac:chgData name="玳如 劉" userId="57117983bbab1dfe" providerId="LiveId" clId="{88C8B942-2A23-4B58-AE9A-40DBB63FF690}" dt="2025-10-24T02:57:23.141" v="403" actId="1037"/>
          <ac:spMkLst>
            <pc:docMk/>
            <pc:sldMk cId="4018117392" sldId="266"/>
            <ac:spMk id="12" creationId="{E18C17B2-D4F9-031F-637E-68BCDA131A80}"/>
          </ac:spMkLst>
        </pc:spChg>
        <pc:spChg chg="mod">
          <ac:chgData name="玳如 劉" userId="57117983bbab1dfe" providerId="LiveId" clId="{88C8B942-2A23-4B58-AE9A-40DBB63FF690}" dt="2025-10-24T02:56:59.028" v="354" actId="1035"/>
          <ac:spMkLst>
            <pc:docMk/>
            <pc:sldMk cId="4018117392" sldId="266"/>
            <ac:spMk id="13" creationId="{B98FC607-0D02-A782-5A0C-C95DA1BBC24A}"/>
          </ac:spMkLst>
        </pc:spChg>
        <pc:spChg chg="mod">
          <ac:chgData name="玳如 劉" userId="57117983bbab1dfe" providerId="LiveId" clId="{88C8B942-2A23-4B58-AE9A-40DBB63FF690}" dt="2025-10-24T02:56:59.028" v="354" actId="1035"/>
          <ac:spMkLst>
            <pc:docMk/>
            <pc:sldMk cId="4018117392" sldId="266"/>
            <ac:spMk id="14" creationId="{C32D5974-5B6D-AEEB-057A-4C6B8A3BF577}"/>
          </ac:spMkLst>
        </pc:spChg>
        <pc:spChg chg="mod">
          <ac:chgData name="玳如 劉" userId="57117983bbab1dfe" providerId="LiveId" clId="{88C8B942-2A23-4B58-AE9A-40DBB63FF690}" dt="2025-10-27T01:07:38.611" v="823" actId="14100"/>
          <ac:spMkLst>
            <pc:docMk/>
            <pc:sldMk cId="4018117392" sldId="266"/>
            <ac:spMk id="15" creationId="{9B784ADE-46F6-3F3E-48C1-B5C97FE8A8EF}"/>
          </ac:spMkLst>
        </pc:spChg>
        <pc:spChg chg="mod">
          <ac:chgData name="玳如 劉" userId="57117983bbab1dfe" providerId="LiveId" clId="{88C8B942-2A23-4B58-AE9A-40DBB63FF690}" dt="2025-10-24T02:56:59.028" v="354" actId="1035"/>
          <ac:spMkLst>
            <pc:docMk/>
            <pc:sldMk cId="4018117392" sldId="266"/>
            <ac:spMk id="16" creationId="{665EFCA2-2588-06F4-9BD2-1757D958CA44}"/>
          </ac:spMkLst>
        </pc:spChg>
        <pc:spChg chg="mod">
          <ac:chgData name="玳如 劉" userId="57117983bbab1dfe" providerId="LiveId" clId="{88C8B942-2A23-4B58-AE9A-40DBB63FF690}" dt="2025-10-24T02:56:59.028" v="354" actId="1035"/>
          <ac:spMkLst>
            <pc:docMk/>
            <pc:sldMk cId="4018117392" sldId="266"/>
            <ac:spMk id="17" creationId="{390DF920-63DA-CFD5-3997-C70A8A3318C6}"/>
          </ac:spMkLst>
        </pc:spChg>
        <pc:spChg chg="mod">
          <ac:chgData name="玳如 劉" userId="57117983bbab1dfe" providerId="LiveId" clId="{88C8B942-2A23-4B58-AE9A-40DBB63FF690}" dt="2025-10-24T02:57:10.601" v="392" actId="1035"/>
          <ac:spMkLst>
            <pc:docMk/>
            <pc:sldMk cId="4018117392" sldId="266"/>
            <ac:spMk id="18" creationId="{AA5ED7B6-246B-C81C-D5B0-D19CB7BEFD35}"/>
          </ac:spMkLst>
        </pc:spChg>
        <pc:spChg chg="mod">
          <ac:chgData name="玳如 劉" userId="57117983bbab1dfe" providerId="LiveId" clId="{88C8B942-2A23-4B58-AE9A-40DBB63FF690}" dt="2025-10-24T02:57:10.601" v="392" actId="1035"/>
          <ac:spMkLst>
            <pc:docMk/>
            <pc:sldMk cId="4018117392" sldId="266"/>
            <ac:spMk id="19" creationId="{0055A730-B03F-76BB-D0F3-586D49067856}"/>
          </ac:spMkLst>
        </pc:spChg>
        <pc:spChg chg="add mod">
          <ac:chgData name="玳如 劉" userId="57117983bbab1dfe" providerId="LiveId" clId="{88C8B942-2A23-4B58-AE9A-40DBB63FF690}" dt="2025-10-27T01:25:28.938" v="967" actId="20577"/>
          <ac:spMkLst>
            <pc:docMk/>
            <pc:sldMk cId="4018117392" sldId="266"/>
            <ac:spMk id="20" creationId="{01856902-0D1D-1A85-DDCB-8740C7100574}"/>
          </ac:spMkLst>
        </pc:spChg>
        <pc:spChg chg="mod">
          <ac:chgData name="玳如 劉" userId="57117983bbab1dfe" providerId="LiveId" clId="{88C8B942-2A23-4B58-AE9A-40DBB63FF690}" dt="2025-10-24T02:58:52.404" v="460" actId="255"/>
          <ac:spMkLst>
            <pc:docMk/>
            <pc:sldMk cId="4018117392" sldId="266"/>
            <ac:spMk id="25" creationId="{C276F931-412B-602F-36D8-E8BFF12AD8B4}"/>
          </ac:spMkLst>
        </pc:spChg>
      </pc:sldChg>
      <pc:sldChg chg="addSp delSp modSp new del mod">
        <pc:chgData name="玳如 劉" userId="57117983bbab1dfe" providerId="LiveId" clId="{88C8B942-2A23-4B58-AE9A-40DBB63FF690}" dt="2025-10-27T02:21:42.744" v="1050" actId="2696"/>
        <pc:sldMkLst>
          <pc:docMk/>
          <pc:sldMk cId="1015581393" sldId="267"/>
        </pc:sldMkLst>
        <pc:spChg chg="add del mod">
          <ac:chgData name="玳如 劉" userId="57117983bbab1dfe" providerId="LiveId" clId="{88C8B942-2A23-4B58-AE9A-40DBB63FF690}" dt="2025-10-27T02:21:40.018" v="1049" actId="478"/>
          <ac:spMkLst>
            <pc:docMk/>
            <pc:sldMk cId="1015581393" sldId="267"/>
            <ac:spMk id="3" creationId="{C7C98D6C-F11E-91EA-34E4-F68FB2C37E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6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白話文解釋</a:t>
            </a:r>
            <a:r>
              <a:rPr lang="en-US" altLang="zh-TW" b="1" dirty="0"/>
              <a:t>:</a:t>
            </a:r>
            <a:endParaRPr lang="zh-TW" altLang="en-US" dirty="0"/>
          </a:p>
          <a:p>
            <a:r>
              <a:rPr lang="en-US" altLang="zh-TW" b="1" dirty="0" err="1"/>
              <a:t>Vapnik-Chervonenkis</a:t>
            </a:r>
            <a:r>
              <a:rPr lang="en-US" altLang="zh-TW" b="1" dirty="0"/>
              <a:t> (VC) </a:t>
            </a:r>
            <a:r>
              <a:rPr lang="zh-TW" altLang="en-US" b="1" dirty="0"/>
              <a:t>理論</a:t>
            </a:r>
            <a:r>
              <a:rPr lang="zh-TW" altLang="en-US" dirty="0"/>
              <a:t> 是機器學習的基礎理論</a:t>
            </a:r>
          </a:p>
          <a:p>
            <a:r>
              <a:rPr lang="zh-TW" altLang="en-US" dirty="0"/>
              <a:t>公式說明</a:t>
            </a:r>
            <a:r>
              <a:rPr lang="en-US" altLang="zh-TW" dirty="0"/>
              <a:t>:</a:t>
            </a:r>
            <a:r>
              <a:rPr lang="zh-TW" altLang="en-US" dirty="0"/>
              <a:t>要達到目標誤差 </a:t>
            </a:r>
            <a:r>
              <a:rPr lang="en-US" altLang="zh-TW" dirty="0"/>
              <a:t>ε,</a:t>
            </a:r>
            <a:r>
              <a:rPr lang="zh-TW" altLang="en-US" dirty="0"/>
              <a:t>需要的樣本數與 </a:t>
            </a:r>
            <a:r>
              <a:rPr lang="en-US" altLang="zh-TW" dirty="0"/>
              <a:t>1/ε² </a:t>
            </a:r>
            <a:r>
              <a:rPr lang="zh-TW" altLang="en-US" dirty="0"/>
              <a:t>成正比</a:t>
            </a:r>
          </a:p>
          <a:p>
            <a:r>
              <a:rPr lang="zh-TW" altLang="en-US" b="1" dirty="0"/>
              <a:t>核心概念</a:t>
            </a:r>
            <a:r>
              <a:rPr lang="en-US" altLang="zh-TW" b="1" dirty="0"/>
              <a:t>:</a:t>
            </a:r>
            <a:r>
              <a:rPr lang="zh-TW" altLang="en-US" b="1" dirty="0"/>
              <a:t>資料越多</a:t>
            </a:r>
            <a:r>
              <a:rPr lang="en-US" altLang="zh-TW" b="1" dirty="0"/>
              <a:t>,</a:t>
            </a:r>
            <a:r>
              <a:rPr lang="zh-TW" altLang="en-US" b="1" dirty="0"/>
              <a:t>模型越準確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"</a:t>
            </a:r>
            <a:r>
              <a:rPr lang="zh-TW" altLang="en-US" dirty="0"/>
              <a:t>接下來這張投影片</a:t>
            </a:r>
            <a:r>
              <a:rPr lang="en-US" altLang="zh-TW" dirty="0"/>
              <a:t>,</a:t>
            </a:r>
            <a:r>
              <a:rPr lang="zh-TW" altLang="en-US" dirty="0"/>
              <a:t>我用</a:t>
            </a:r>
            <a:r>
              <a:rPr lang="zh-TW" altLang="en-US" b="1" dirty="0"/>
              <a:t>數學方式</a:t>
            </a:r>
            <a:r>
              <a:rPr lang="zh-TW" altLang="en-US" dirty="0"/>
              <a:t>證明為什麼需要半監督學習。</a:t>
            </a:r>
          </a:p>
          <a:p>
            <a:r>
              <a:rPr lang="zh-TW" altLang="en-US" b="1" dirty="0"/>
              <a:t>首先看左上角</a:t>
            </a:r>
            <a:r>
              <a:rPr lang="en-US" altLang="zh-TW" dirty="0"/>
              <a:t>(</a:t>
            </a:r>
            <a:r>
              <a:rPr lang="zh-TW" altLang="en-US" dirty="0"/>
              <a:t>指紫色框</a:t>
            </a:r>
            <a:r>
              <a:rPr lang="en-US" altLang="zh-TW" dirty="0"/>
              <a:t>),</a:t>
            </a:r>
            <a:r>
              <a:rPr lang="zh-TW" altLang="en-US" dirty="0"/>
              <a:t>我們的資料只有 </a:t>
            </a:r>
            <a:r>
              <a:rPr lang="en-US" altLang="zh-TW" dirty="0"/>
              <a:t>81.2% </a:t>
            </a:r>
            <a:r>
              <a:rPr lang="zh-TW" altLang="en-US" dirty="0"/>
              <a:t>是完整的</a:t>
            </a:r>
            <a:r>
              <a:rPr lang="en-US" altLang="zh-TW" dirty="0"/>
              <a:t>,</a:t>
            </a:r>
            <a:r>
              <a:rPr lang="zh-TW" altLang="en-US" dirty="0"/>
              <a:t>損失了 </a:t>
            </a:r>
            <a:r>
              <a:rPr lang="en-US" altLang="zh-TW" dirty="0"/>
              <a:t>18.8%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那這有什麼影響呢</a:t>
            </a:r>
            <a:r>
              <a:rPr lang="en-US" altLang="zh-TW" b="1" dirty="0"/>
              <a:t>?</a:t>
            </a:r>
            <a:r>
              <a:rPr lang="en-US" altLang="zh-TW" dirty="0"/>
              <a:t>(</a:t>
            </a:r>
            <a:r>
              <a:rPr lang="zh-TW" altLang="en-US" dirty="0"/>
              <a:t>指橙色框</a:t>
            </a:r>
            <a:r>
              <a:rPr lang="en-US" altLang="zh-TW" dirty="0"/>
              <a:t>) </a:t>
            </a:r>
            <a:r>
              <a:rPr lang="zh-TW" altLang="en-US" dirty="0"/>
              <a:t>根據統計學理論</a:t>
            </a:r>
            <a:r>
              <a:rPr lang="en-US" altLang="zh-TW" dirty="0"/>
              <a:t>,</a:t>
            </a:r>
            <a:r>
              <a:rPr lang="zh-TW" altLang="en-US" dirty="0"/>
              <a:t>當樣本數減少時</a:t>
            </a:r>
            <a:r>
              <a:rPr lang="en-US" altLang="zh-TW" dirty="0"/>
              <a:t>,</a:t>
            </a:r>
            <a:r>
              <a:rPr lang="zh-TW" altLang="en-US" b="1" dirty="0"/>
              <a:t>統計檢定力會下降</a:t>
            </a:r>
            <a:r>
              <a:rPr lang="zh-TW" altLang="en-US" dirty="0"/>
              <a:t>。我們計算出來</a:t>
            </a:r>
            <a:r>
              <a:rPr lang="en-US" altLang="zh-TW" dirty="0"/>
              <a:t>,</a:t>
            </a:r>
            <a:r>
              <a:rPr lang="zh-TW" altLang="en-US" dirty="0"/>
              <a:t>檢定力下降了 </a:t>
            </a:r>
            <a:r>
              <a:rPr lang="en-US" altLang="zh-TW" dirty="0"/>
              <a:t>9.7%,</a:t>
            </a:r>
            <a:r>
              <a:rPr lang="zh-TW" altLang="en-US" dirty="0"/>
              <a:t>信賴區間擴大了 </a:t>
            </a:r>
            <a:r>
              <a:rPr lang="en-US" altLang="zh-TW" dirty="0"/>
              <a:t>11.3%</a:t>
            </a:r>
            <a:r>
              <a:rPr lang="zh-TW" altLang="en-US" dirty="0"/>
              <a:t>。白話文就是</a:t>
            </a:r>
            <a:r>
              <a:rPr lang="en-US" altLang="zh-TW" dirty="0"/>
              <a:t>:</a:t>
            </a:r>
            <a:r>
              <a:rPr lang="zh-TW" altLang="en-US" b="1" dirty="0"/>
              <a:t>我們分析的結果變得不可靠了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所以解決方法是什麼</a:t>
            </a:r>
            <a:r>
              <a:rPr lang="en-US" altLang="zh-TW" b="1" dirty="0"/>
              <a:t>?</a:t>
            </a:r>
            <a:r>
              <a:rPr lang="en-US" altLang="zh-TW" dirty="0"/>
              <a:t>(</a:t>
            </a:r>
            <a:r>
              <a:rPr lang="zh-TW" altLang="en-US" dirty="0"/>
              <a:t>指綠色框</a:t>
            </a:r>
            <a:r>
              <a:rPr lang="en-US" altLang="zh-TW" dirty="0"/>
              <a:t>) </a:t>
            </a:r>
            <a:r>
              <a:rPr lang="zh-TW" altLang="en-US" dirty="0"/>
              <a:t>根據 </a:t>
            </a:r>
            <a:r>
              <a:rPr lang="en-US" altLang="zh-TW" dirty="0" err="1"/>
              <a:t>Vapnik-Chervonenkis</a:t>
            </a:r>
            <a:r>
              <a:rPr lang="en-US" altLang="zh-TW" dirty="0"/>
              <a:t> </a:t>
            </a:r>
            <a:r>
              <a:rPr lang="zh-TW" altLang="en-US" dirty="0"/>
              <a:t>理論</a:t>
            </a:r>
            <a:r>
              <a:rPr lang="en-US" altLang="zh-TW" dirty="0"/>
              <a:t>,</a:t>
            </a:r>
            <a:r>
              <a:rPr lang="zh-TW" altLang="en-US" dirty="0"/>
              <a:t>也就是機器學習的基礎理論</a:t>
            </a:r>
            <a:r>
              <a:rPr lang="en-US" altLang="zh-TW" dirty="0"/>
              <a:t>,</a:t>
            </a:r>
            <a:r>
              <a:rPr lang="zh-TW" altLang="en-US" b="1" dirty="0"/>
              <a:t>資料越多</a:t>
            </a:r>
            <a:r>
              <a:rPr lang="en-US" altLang="zh-TW" b="1" dirty="0"/>
              <a:t>,</a:t>
            </a:r>
            <a:r>
              <a:rPr lang="zh-TW" altLang="en-US" b="1" dirty="0"/>
              <a:t>誤差越低</a:t>
            </a:r>
            <a:r>
              <a:rPr lang="zh-TW" altLang="en-US" dirty="0"/>
              <a:t>。如果我們用半監督學習</a:t>
            </a:r>
            <a:r>
              <a:rPr lang="en-US" altLang="zh-TW" dirty="0"/>
              <a:t>,</a:t>
            </a:r>
            <a:r>
              <a:rPr lang="zh-TW" altLang="en-US" dirty="0"/>
              <a:t>可以使用全部 </a:t>
            </a:r>
            <a:r>
              <a:rPr lang="en-US" altLang="zh-TW" dirty="0"/>
              <a:t>1,745 </a:t>
            </a:r>
            <a:r>
              <a:rPr lang="zh-TW" altLang="en-US" dirty="0"/>
              <a:t>筆資料</a:t>
            </a:r>
            <a:r>
              <a:rPr lang="en-US" altLang="zh-TW" dirty="0"/>
              <a:t>,</a:t>
            </a:r>
            <a:r>
              <a:rPr lang="zh-TW" altLang="en-US" dirty="0"/>
              <a:t>不但恢復了統計檢定力</a:t>
            </a:r>
            <a:r>
              <a:rPr lang="en-US" altLang="zh-TW" dirty="0"/>
              <a:t>,</a:t>
            </a:r>
            <a:r>
              <a:rPr lang="zh-TW" altLang="en-US" dirty="0"/>
              <a:t>準確率還能提升 </a:t>
            </a:r>
            <a:r>
              <a:rPr lang="en-US" altLang="zh-TW" dirty="0"/>
              <a:t>5-7%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4642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963e7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6070" y="1232297"/>
            <a:ext cx="7331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利用半監督學習改善 TDM 資料分析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71530" y="1841897"/>
            <a:ext cx="780093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TDM Data Analysis Using Semi-supervised Learning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2130177" y="2756148"/>
            <a:ext cx="4883497" cy="1154906"/>
          </a:xfrm>
          <a:prstGeom prst="roundRect">
            <a:avLst>
              <a:gd name="adj" fmla="val 989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14514" y="3060948"/>
            <a:ext cx="4514823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研究主題: Python 與 EDA 在醫療資料品質優化的應用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2314514" y="3371701"/>
            <a:ext cx="4514823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報告人: </a:t>
            </a:r>
            <a:r>
              <a:rPr lang="zh-TW" alt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劉玳如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課程: 資訊科學概論 | 日期: 2025年10月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251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228600"/>
            <a:ext cx="443998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研究背景: 什麼是 TDM?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400" y="944909"/>
            <a:ext cx="4343400" cy="2413845"/>
          </a:xfrm>
          <a:prstGeom prst="roundRect">
            <a:avLst>
              <a:gd name="adj" fmla="val 571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097310"/>
            <a:ext cx="2069402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 定義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4800" y="1648718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Drug Monitoring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974354"/>
            <a:ext cx="41193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治療藥物監測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" y="2263825"/>
            <a:ext cx="4038600" cy="6929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24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監測血中藥物濃度</a:t>
            </a:r>
            <a:endParaRPr lang="en-US" dirty="0"/>
          </a:p>
          <a:p>
            <a:pPr marL="114300" indent="-114300" algn="l">
              <a:lnSpc>
                <a:spcPts val="2100"/>
              </a:lnSpc>
              <a:spcAft>
                <a:spcPts val="24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確保藥物在治療範圍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8200" y="944910"/>
            <a:ext cx="4343400" cy="2413844"/>
          </a:xfrm>
          <a:prstGeom prst="roundRect">
            <a:avLst>
              <a:gd name="adj" fmla="val 571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1097310"/>
            <a:ext cx="2069402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服務流程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0600" y="1696343"/>
            <a:ext cx="4119372" cy="97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zh-TW" altLang="en-US" dirty="0"/>
              <a:t>病人用藥 → 抽血檢驗 → 藥師分析濃度 → 提出建議 → 醫師接受</a:t>
            </a:r>
            <a:r>
              <a:rPr lang="en-US" altLang="zh-TW" dirty="0"/>
              <a:t>/</a:t>
            </a:r>
            <a:r>
              <a:rPr lang="zh-TW" altLang="en-US" dirty="0"/>
              <a:t>處置 → 療效評估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400" y="3587354"/>
            <a:ext cx="8839200" cy="915144"/>
          </a:xfrm>
          <a:prstGeom prst="roundRect">
            <a:avLst>
              <a:gd name="adj" fmla="val 8327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00586" y="3747939"/>
            <a:ext cx="4342829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 TDM 藥物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8887" y="4061222"/>
            <a:ext cx="86662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Vancomycin | Digoxin | Phenytoin | Theophylline</a:t>
            </a:r>
            <a:endParaRPr 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77495E3-7697-67D2-37BB-2BBA461B02A1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251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31074" y="228600"/>
            <a:ext cx="5984176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現有的 TDM 成效分析 (Power BI)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1021110"/>
            <a:ext cx="8686800" cy="2149525"/>
          </a:xfrm>
          <a:prstGeom prst="roundRect">
            <a:avLst>
              <a:gd name="adj" fmla="val 354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163984"/>
            <a:ext cx="4943475" cy="179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目前已使用 Power BI 進行分析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15393"/>
            <a:ext cx="3962400" cy="11504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36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總案例數: 1,454 筆</a:t>
            </a:r>
            <a:endParaRPr lang="en-US" dirty="0"/>
          </a:p>
          <a:p>
            <a:pPr marL="114300" indent="-114300" algn="l">
              <a:lnSpc>
                <a:spcPts val="2100"/>
              </a:lnSpc>
              <a:spcAft>
                <a:spcPts val="36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建議接受率: 93.3%</a:t>
            </a:r>
            <a:endParaRPr lang="en-US" dirty="0"/>
          </a:p>
          <a:p>
            <a:pPr marL="114300" indent="-114300" algn="l">
              <a:lnSpc>
                <a:spcPts val="2100"/>
              </a:lnSpc>
              <a:spcAft>
                <a:spcPts val="36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藥物種類: 15+ 種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53765" y="1474768"/>
            <a:ext cx="3962400" cy="174099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r>
              <a:rPr lang="zh-TW" altLang="en-US" dirty="0"/>
              <a:t>這個資料庫可用來追蹤：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TDM</a:t>
            </a:r>
            <a:r>
              <a:rPr lang="zh-TW" altLang="en-US" dirty="0"/>
              <a:t>服務品質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醫藥合作成效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藥師建議的採納率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回覆時效性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臨床療效改善程度</a:t>
            </a:r>
          </a:p>
        </p:txBody>
      </p:sp>
      <p:sp>
        <p:nvSpPr>
          <p:cNvPr id="8" name="Text 6"/>
          <p:cNvSpPr/>
          <p:nvPr/>
        </p:nvSpPr>
        <p:spPr>
          <a:xfrm>
            <a:off x="228600" y="3323034"/>
            <a:ext cx="8686800" cy="1485007"/>
          </a:xfrm>
          <a:prstGeom prst="roundRect">
            <a:avLst>
              <a:gd name="adj" fmla="val 5131"/>
            </a:avLst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78310" y="3570684"/>
            <a:ext cx="4187381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但是...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4335" y="3960168"/>
            <a:ext cx="835533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48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資料不完整影響分析品質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4335" y="4270921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部分案例無法納入成效評估</a:t>
            </a:r>
            <a:endParaRPr 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3945A81-1CD4-2E83-09CC-18AD8C7F5B45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EF6FF91-8380-08E1-3AE7-512E571F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1595043"/>
            <a:ext cx="2663952" cy="1500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251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228600"/>
            <a:ext cx="443998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研究問題: 資料品質挑戰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400" y="944909"/>
            <a:ext cx="4343400" cy="1368177"/>
          </a:xfrm>
          <a:prstGeom prst="roundRect">
            <a:avLst>
              <a:gd name="adj" fmla="val 6709"/>
            </a:avLst>
          </a:prstGeom>
          <a:solidFill>
            <a:srgbClr val="FFEBEE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49" y="1122908"/>
            <a:ext cx="3133725" cy="200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1: 資料完整度低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3850" y="1533376"/>
            <a:ext cx="408051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欄位缺失: 18.8%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1877020"/>
            <a:ext cx="408051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欄位缺失: 61.3%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8200" y="944910"/>
            <a:ext cx="4343400" cy="1377702"/>
          </a:xfrm>
          <a:prstGeom prst="roundRect">
            <a:avLst>
              <a:gd name="adj" fmla="val 5531"/>
            </a:avLst>
          </a:prstGeom>
          <a:solidFill>
            <a:srgbClr val="FFF3E0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650" y="1116360"/>
            <a:ext cx="2895600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2: 資訊損失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19650" y="1469678"/>
            <a:ext cx="4000500" cy="6929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>
              <a:lnSpc>
                <a:spcPts val="21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損失 328 </a:t>
            </a:r>
            <a:r>
              <a:rPr lang="en-US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筆資料</a:t>
            </a:r>
            <a:endParaRPr lang="en-US" sz="200" dirty="0"/>
          </a:p>
          <a:p>
            <a:pPr algn="l">
              <a:lnSpc>
                <a:spcPts val="21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</a:t>
            </a:r>
            <a:r>
              <a:rPr lang="en-US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只能分析</a:t>
            </a: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81.2%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2400" y="2425452"/>
            <a:ext cx="8839200" cy="1415951"/>
          </a:xfrm>
          <a:prstGeom prst="roundRect">
            <a:avLst>
              <a:gd name="adj" fmla="val 694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800" y="2694087"/>
            <a:ext cx="436226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資料完整度視覺化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6512" y="3095030"/>
            <a:ext cx="870508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總資料: 1,745 筆 (100%)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6512" y="3448199"/>
            <a:ext cx="870508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可用資料: 1,417 筆 (81.2%) | 損失: 328 筆 (18.8%)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400" y="3991868"/>
            <a:ext cx="8839200" cy="923032"/>
          </a:xfrm>
          <a:prstGeom prst="roundRect">
            <a:avLst>
              <a:gd name="adj" fmla="val 13230"/>
            </a:avLst>
          </a:prstGeom>
          <a:solidFill>
            <a:srgbClr val="FFE6E6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7993" y="4359473"/>
            <a:ext cx="872846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影響: 近 20% 的案例無法納入成效評估,影響決策品質</a:t>
            </a:r>
            <a:endParaRPr lang="en-US" sz="2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1D595C6-5E52-6D33-35A8-81510C5705CF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B953E9-C51C-BED7-6B02-3642EBB00A1E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A5396C-36F4-890D-C1DD-8F95076779DA}"/>
              </a:ext>
            </a:extLst>
          </p:cNvPr>
          <p:cNvSpPr/>
          <p:nvPr/>
        </p:nvSpPr>
        <p:spPr>
          <a:xfrm>
            <a:off x="1653885" y="178593"/>
            <a:ext cx="6194012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優化分析:為什麼需要半監督學習?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6C6A09-8E9A-43E4-7284-D5FEAFC34163}"/>
              </a:ext>
            </a:extLst>
          </p:cNvPr>
          <p:cNvSpPr/>
          <p:nvPr/>
        </p:nvSpPr>
        <p:spPr>
          <a:xfrm>
            <a:off x="106561" y="676869"/>
            <a:ext cx="4412159" cy="1516409"/>
          </a:xfrm>
          <a:prstGeom prst="roundRect">
            <a:avLst>
              <a:gd name="adj" fmla="val 5585"/>
            </a:avLst>
          </a:prstGeom>
          <a:solidFill>
            <a:srgbClr val="E8E3F3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319940-44E2-4AA8-FA4A-63F6A26E5D50}"/>
              </a:ext>
            </a:extLst>
          </p:cNvPr>
          <p:cNvSpPr/>
          <p:nvPr/>
        </p:nvSpPr>
        <p:spPr>
          <a:xfrm>
            <a:off x="232172" y="831055"/>
            <a:ext cx="2720578" cy="28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7"/>
              </a:lnSpc>
              <a:spcAft>
                <a:spcPts val="480"/>
              </a:spcAft>
              <a:buNone/>
            </a:pPr>
            <a:r>
              <a:rPr lang="en-US" sz="2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資料完整度分析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D3AE6F-5980-EAC9-5E27-039C1C345722}"/>
              </a:ext>
            </a:extLst>
          </p:cNvPr>
          <p:cNvSpPr/>
          <p:nvPr/>
        </p:nvSpPr>
        <p:spPr>
          <a:xfrm>
            <a:off x="232172" y="1049536"/>
            <a:ext cx="4160937" cy="1095969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91440" indent="-91440" algn="l">
              <a:lnSpc>
                <a:spcPts val="2000"/>
              </a:lnSpc>
              <a:spcAft>
                <a:spcPts val="12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總樣本: 1,745 筆</a:t>
            </a:r>
            <a:endParaRPr lang="en-US" dirty="0"/>
          </a:p>
          <a:p>
            <a:pPr marL="91440" indent="-91440" algn="l">
              <a:lnSpc>
                <a:spcPts val="2000"/>
              </a:lnSpc>
              <a:spcAft>
                <a:spcPts val="12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完整資料: 1,417 筆 (81.2%)</a:t>
            </a:r>
            <a:endParaRPr lang="en-US" dirty="0"/>
          </a:p>
          <a:p>
            <a:pPr marL="91440" indent="-91440" algn="l">
              <a:lnSpc>
                <a:spcPts val="2000"/>
              </a:lnSpc>
              <a:spcAft>
                <a:spcPts val="12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缺失資料: 328 筆 (18.8%)</a:t>
            </a:r>
            <a:endParaRPr lang="en-US" dirty="0"/>
          </a:p>
          <a:p>
            <a:pPr marL="91440" indent="-91440" algn="l">
              <a:lnSpc>
                <a:spcPts val="2000"/>
              </a:lnSpc>
              <a:spcAft>
                <a:spcPts val="12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資訊損失率: 18.8%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5B4B6D-9AAC-15C3-FD86-A5F3FB390DF8}"/>
              </a:ext>
            </a:extLst>
          </p:cNvPr>
          <p:cNvSpPr/>
          <p:nvPr/>
        </p:nvSpPr>
        <p:spPr>
          <a:xfrm>
            <a:off x="4625280" y="664518"/>
            <a:ext cx="4412159" cy="1528760"/>
          </a:xfrm>
          <a:prstGeom prst="roundRect">
            <a:avLst>
              <a:gd name="adj" fmla="val 5721"/>
            </a:avLst>
          </a:prstGeom>
          <a:solidFill>
            <a:srgbClr val="FFF3E0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9817C10-6CFA-1B73-8B3B-CC2F8C4EBE0C}"/>
              </a:ext>
            </a:extLst>
          </p:cNvPr>
          <p:cNvSpPr/>
          <p:nvPr/>
        </p:nvSpPr>
        <p:spPr>
          <a:xfrm>
            <a:off x="4750891" y="828229"/>
            <a:ext cx="2973884" cy="17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7"/>
              </a:lnSpc>
              <a:spcAft>
                <a:spcPts val="480"/>
              </a:spcAft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統計檢定力損失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DF94DC-E2E0-D77E-1974-2DCE14CE919B}"/>
              </a:ext>
            </a:extLst>
          </p:cNvPr>
          <p:cNvSpPr/>
          <p:nvPr/>
        </p:nvSpPr>
        <p:spPr>
          <a:xfrm>
            <a:off x="4750891" y="1141958"/>
            <a:ext cx="4244155" cy="155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4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= √(1417/1745) = 0.903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5B1D843-FD0D-4528-EC72-208CB2B42B51}"/>
              </a:ext>
            </a:extLst>
          </p:cNvPr>
          <p:cNvSpPr/>
          <p:nvPr/>
        </p:nvSpPr>
        <p:spPr>
          <a:xfrm>
            <a:off x="4750891" y="1327993"/>
            <a:ext cx="4160937" cy="617339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>
              <a:lnSpc>
                <a:spcPts val="20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檢定力下降 9.7%</a:t>
            </a:r>
            <a:endParaRPr lang="en-US" dirty="0"/>
          </a:p>
          <a:p>
            <a:pPr algn="l">
              <a:lnSpc>
                <a:spcPts val="20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信賴區間擴大 11.3%</a:t>
            </a:r>
            <a:endParaRPr lang="en-US" dirty="0"/>
          </a:p>
          <a:p>
            <a:pPr algn="l">
              <a:lnSpc>
                <a:spcPts val="20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可能導致錯誤決策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BE63AF-9AF7-39ED-59FD-D01A051EB232}"/>
              </a:ext>
            </a:extLst>
          </p:cNvPr>
          <p:cNvSpPr/>
          <p:nvPr/>
        </p:nvSpPr>
        <p:spPr>
          <a:xfrm>
            <a:off x="64168" y="2296566"/>
            <a:ext cx="8930878" cy="2312939"/>
          </a:xfrm>
          <a:prstGeom prst="roundRect">
            <a:avLst>
              <a:gd name="adj" fmla="val 3057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18C17B2-D4F9-031F-637E-68BCDA131A80}"/>
              </a:ext>
            </a:extLst>
          </p:cNvPr>
          <p:cNvSpPr/>
          <p:nvPr/>
        </p:nvSpPr>
        <p:spPr>
          <a:xfrm>
            <a:off x="2238696" y="2490118"/>
            <a:ext cx="4430268" cy="18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7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解決方案:半監督學習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8FC607-0D02-A782-5A0C-C95DA1BBC24A}"/>
              </a:ext>
            </a:extLst>
          </p:cNvPr>
          <p:cNvSpPr/>
          <p:nvPr/>
        </p:nvSpPr>
        <p:spPr>
          <a:xfrm>
            <a:off x="1527572" y="2869853"/>
            <a:ext cx="2878672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7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理論基礎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2D5974-5B6D-AEEB-057A-4C6B8A3BF577}"/>
              </a:ext>
            </a:extLst>
          </p:cNvPr>
          <p:cNvSpPr/>
          <p:nvPr/>
        </p:nvSpPr>
        <p:spPr>
          <a:xfrm>
            <a:off x="1527572" y="3243858"/>
            <a:ext cx="2878672" cy="155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≥ O(d/ε²)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784ADE-46F6-3F3E-48C1-B5C97FE8A8EF}"/>
              </a:ext>
            </a:extLst>
          </p:cNvPr>
          <p:cNvSpPr/>
          <p:nvPr/>
        </p:nvSpPr>
        <p:spPr>
          <a:xfrm>
            <a:off x="1527572" y="3612655"/>
            <a:ext cx="3859768" cy="137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3"/>
              </a:lnSpc>
              <a:spcBef>
                <a:spcPts val="240"/>
              </a:spcBef>
              <a:spcAft>
                <a:spcPts val="240"/>
              </a:spcAft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d=特徵, ε=</a:t>
            </a:r>
            <a:r>
              <a:rPr lang="en-US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誤差</a:t>
            </a: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zh-TW" altLang="en-US" b="1" dirty="0"/>
              <a:t> </a:t>
            </a:r>
            <a:r>
              <a:rPr lang="en-US" altLang="zh-TW" b="1" dirty="0"/>
              <a:t>m</a:t>
            </a:r>
            <a:r>
              <a:rPr lang="zh-TW" altLang="en-US" dirty="0"/>
              <a:t> </a:t>
            </a:r>
            <a:r>
              <a:rPr lang="en-US" altLang="zh-TW" dirty="0"/>
              <a:t>= </a:t>
            </a:r>
            <a:r>
              <a:rPr lang="zh-TW" altLang="en-US" dirty="0"/>
              <a:t>所需的樣本數量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5EFCA2-2588-06F4-9BD2-1757D958CA44}"/>
              </a:ext>
            </a:extLst>
          </p:cNvPr>
          <p:cNvSpPr/>
          <p:nvPr/>
        </p:nvSpPr>
        <p:spPr>
          <a:xfrm>
            <a:off x="1527572" y="3968353"/>
            <a:ext cx="2878672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理論: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0DF920-63DA-CFD5-3997-C70A8A3318C6}"/>
              </a:ext>
            </a:extLst>
          </p:cNvPr>
          <p:cNvSpPr/>
          <p:nvPr/>
        </p:nvSpPr>
        <p:spPr>
          <a:xfrm>
            <a:off x="1527572" y="4327624"/>
            <a:ext cx="28786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更多資料 → 更低誤差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5ED7B6-246B-C81C-D5B0-D19CB7BEFD35}"/>
              </a:ext>
            </a:extLst>
          </p:cNvPr>
          <p:cNvSpPr/>
          <p:nvPr/>
        </p:nvSpPr>
        <p:spPr>
          <a:xfrm>
            <a:off x="6008936" y="2821186"/>
            <a:ext cx="2878672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7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實際效益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055A730-B03F-76BB-D0F3-586D49067856}"/>
              </a:ext>
            </a:extLst>
          </p:cNvPr>
          <p:cNvSpPr/>
          <p:nvPr/>
        </p:nvSpPr>
        <p:spPr>
          <a:xfrm>
            <a:off x="6037158" y="3065338"/>
            <a:ext cx="2822228" cy="1027658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>
              <a:lnSpc>
                <a:spcPts val="22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使用全部 1,745 筆</a:t>
            </a:r>
            <a:endParaRPr lang="en-US" dirty="0"/>
          </a:p>
          <a:p>
            <a:pPr algn="l">
              <a:lnSpc>
                <a:spcPts val="22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恢復統計檢定力</a:t>
            </a:r>
            <a:endParaRPr lang="en-US" dirty="0"/>
          </a:p>
          <a:p>
            <a:pPr algn="l">
              <a:lnSpc>
                <a:spcPts val="22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準確率 +5-7%</a:t>
            </a:r>
            <a:endParaRPr lang="en-US" dirty="0"/>
          </a:p>
          <a:p>
            <a:pPr algn="l">
              <a:lnSpc>
                <a:spcPts val="2200"/>
              </a:lnSpc>
              <a:spcAft>
                <a:spcPts val="120"/>
              </a:spcAft>
              <a:buSzPct val="100000"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資料使用率 +23%</a:t>
            </a:r>
            <a:endParaRPr lang="en-US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76F931-412B-602F-36D8-E8BFF12AD8B4}"/>
              </a:ext>
            </a:extLst>
          </p:cNvPr>
          <p:cNvSpPr/>
          <p:nvPr/>
        </p:nvSpPr>
        <p:spPr>
          <a:xfrm>
            <a:off x="141797" y="4828058"/>
            <a:ext cx="8853249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8"/>
              </a:lnSpc>
              <a:spcBef>
                <a:spcPts val="480"/>
              </a:spcBef>
              <a:spcAft>
                <a:spcPts val="24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數學證明:半監督學習是最佳解!</a:t>
            </a:r>
            <a:endParaRPr lang="en-US" sz="2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1856902-0D1D-1A85-DDCB-8740C7100574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811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0832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27720" y="182761"/>
            <a:ext cx="4488561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71575" y="1462088"/>
            <a:ext cx="280035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spcAft>
                <a:spcPts val="960"/>
              </a:spcAft>
              <a:buNone/>
            </a:pPr>
            <a:r>
              <a:rPr lang="en-US" sz="2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Tools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1575" y="1899196"/>
            <a:ext cx="2495550" cy="25211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dirty="0"/>
          </a:p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</a:t>
            </a:r>
            <a:endParaRPr lang="en-US" dirty="0"/>
          </a:p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Matplotlib, Seaborn</a:t>
            </a:r>
            <a:endParaRPr lang="en-US" dirty="0"/>
          </a:p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dirty="0"/>
          </a:p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dirty="0"/>
          </a:p>
          <a:p>
            <a:pPr marL="114300" indent="-114300" algn="l">
              <a:lnSpc>
                <a:spcPts val="2800"/>
              </a:lnSpc>
              <a:spcAft>
                <a:spcPts val="480"/>
              </a:spcAft>
              <a:buSzPct val="100000"/>
              <a:buChar char="•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1416398"/>
            <a:ext cx="3219450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spcAft>
                <a:spcPts val="960"/>
              </a:spcAft>
              <a:buNone/>
            </a:pPr>
            <a:r>
              <a:rPr lang="zh-TW" altLang="en-US" sz="2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24400" y="1986856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→ Cleaning (Pandas)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24400" y="2494360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EDA &amp; Visualization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24400" y="3001864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Machine Learning (Scikit-learn)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4400" y="3509368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Results Analysis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4016872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Power BI Integration</a:t>
            </a:r>
            <a:endParaRPr 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F0D686-9A97-119D-EF4D-9C206947758A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251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34191" y="228600"/>
            <a:ext cx="6219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351492" y="2632770"/>
            <a:ext cx="24408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Charts &amp; Visualizations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61725" y="2990850"/>
            <a:ext cx="4420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zh-TW" alt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缺失值分析</a:t>
            </a:r>
            <a:r>
              <a:rPr 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zh-TW" alt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特徵分布</a:t>
            </a:r>
            <a:r>
              <a:rPr 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zh-TW" alt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相關性分析</a:t>
            </a:r>
            <a:r>
              <a:rPr lang="en-US" sz="15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8ED92D-C84A-6F3C-FEE2-E0CDF7265CC9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5502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80458" y="182761"/>
            <a:ext cx="63830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zh-TW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監督式學習 </a:t>
            </a:r>
            <a:r>
              <a:rPr lang="en-US" altLang="zh-TW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</a:t>
            </a:r>
            <a:r>
              <a:rPr lang="zh-TW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半監督式學習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380" y="873175"/>
            <a:ext cx="4419749" cy="3509962"/>
          </a:xfrm>
          <a:prstGeom prst="roundRect">
            <a:avLst>
              <a:gd name="adj" fmla="val 2426"/>
            </a:avLst>
          </a:prstGeom>
          <a:solidFill>
            <a:srgbClr val="FFEBEE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42191" y="1014115"/>
            <a:ext cx="211797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2321" y="1293465"/>
            <a:ext cx="4137868" cy="644128"/>
          </a:xfrm>
          <a:prstGeom prst="roundRect">
            <a:avLst>
              <a:gd name="adj" fmla="val 8872"/>
            </a:avLst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8097" y="1419076"/>
            <a:ext cx="402631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8097" y="1687860"/>
            <a:ext cx="402631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Labeled: 1,417 (81.2%)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2321" y="2046089"/>
            <a:ext cx="422062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</a:pPr>
            <a:r>
              <a:rPr lang="zh-TW" altLang="en-US" dirty="0"/>
              <a:t>工具</a:t>
            </a:r>
            <a:r>
              <a:rPr lang="en-US" altLang="zh-TW" dirty="0"/>
              <a:t>: </a:t>
            </a:r>
            <a:r>
              <a:rPr lang="zh-TW" altLang="en-US" dirty="0"/>
              <a:t>隨機森林分類器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321" y="2440632"/>
            <a:ext cx="422062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8"/>
              </a:lnSpc>
              <a:spcBef>
                <a:spcPts val="480"/>
              </a:spcBef>
              <a:spcAft>
                <a:spcPts val="240"/>
              </a:spcAft>
              <a:buNone/>
            </a:pPr>
            <a:r>
              <a:rPr lang="zh-TW" alt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優點</a:t>
            </a:r>
            <a:r>
              <a:rPr lang="en-US" altLang="zh-TW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2321" y="2652266"/>
            <a:ext cx="4137868" cy="231725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91440" indent="-91440" algn="l">
              <a:lnSpc>
                <a:spcPts val="1587"/>
              </a:lnSpc>
              <a:spcAft>
                <a:spcPts val="120"/>
              </a:spcAft>
              <a:buSzPct val="100000"/>
              <a:buChar char="•"/>
            </a:pPr>
            <a:r>
              <a:rPr lang="zh-TW" alt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簡單且可靠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2321" y="3049637"/>
            <a:ext cx="422062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8"/>
              </a:lnSpc>
              <a:spcBef>
                <a:spcPts val="480"/>
              </a:spcBef>
              <a:spcAft>
                <a:spcPts val="240"/>
              </a:spcAft>
              <a:buNone/>
            </a:pPr>
            <a:r>
              <a:rPr lang="zh-TW" altLang="en-US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缺點</a:t>
            </a:r>
            <a:r>
              <a:rPr lang="en-US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2321" y="3261271"/>
            <a:ext cx="4137868" cy="231725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91440" indent="-91440" algn="l">
              <a:lnSpc>
                <a:spcPts val="1587"/>
              </a:lnSpc>
              <a:spcAft>
                <a:spcPts val="120"/>
              </a:spcAft>
              <a:buSzPct val="100000"/>
              <a:buChar char="•"/>
            </a:pPr>
            <a:r>
              <a:rPr lang="zh-TW" altLang="en-US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浪費 </a:t>
            </a:r>
            <a:r>
              <a:rPr lang="en-US" altLang="zh-TW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328 </a:t>
            </a:r>
            <a:r>
              <a:rPr lang="zh-TW" altLang="en-US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筆樣本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2321" y="3591967"/>
            <a:ext cx="4137868" cy="624185"/>
          </a:xfrm>
          <a:prstGeom prst="roundRect">
            <a:avLst>
              <a:gd name="adj" fmla="val 9156"/>
            </a:avLst>
          </a:prstGeom>
          <a:solidFill>
            <a:srgbClr val="FFF9C4"/>
          </a:solidFill>
          <a:ln w="19050">
            <a:solidFill>
              <a:srgbClr val="FBC0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2461" y="3695402"/>
            <a:ext cx="4057587" cy="18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zh-TW" alt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預期準確率</a:t>
            </a: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461" y="3942457"/>
            <a:ext cx="40575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72-75%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33020" y="880021"/>
            <a:ext cx="4419749" cy="3509962"/>
          </a:xfrm>
          <a:prstGeom prst="roundRect">
            <a:avLst>
              <a:gd name="adj" fmla="val 2437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3830" y="1020961"/>
            <a:ext cx="211797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Semi-supervised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3960" y="1300310"/>
            <a:ext cx="4137868" cy="862907"/>
          </a:xfrm>
          <a:prstGeom prst="roundRect">
            <a:avLst>
              <a:gd name="adj" fmla="val 6850"/>
            </a:avLst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736" y="1425922"/>
            <a:ext cx="402631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9736" y="1666131"/>
            <a:ext cx="402631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Labeled: 1,417 (81.2%)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9736" y="1914674"/>
            <a:ext cx="402631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Unlabeled: 328 (18.8%)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3960" y="2319338"/>
            <a:ext cx="422062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r>
              <a:rPr lang="en-US" altLang="zh-TW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自我訓練分類器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3960" y="2656731"/>
            <a:ext cx="4220626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8"/>
              </a:lnSpc>
              <a:spcBef>
                <a:spcPts val="480"/>
              </a:spcBef>
              <a:spcAft>
                <a:spcPts val="240"/>
              </a:spcAft>
              <a:buNone/>
            </a:pPr>
            <a:r>
              <a:rPr lang="zh-TW" alt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優點</a:t>
            </a: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3960" y="2868364"/>
            <a:ext cx="4137868" cy="501551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285750" indent="-285750" algn="l">
              <a:lnSpc>
                <a:spcPts val="2000"/>
              </a:lnSpc>
              <a:spcAft>
                <a:spcPts val="120"/>
              </a:spcAft>
              <a:buSzPct val="100000"/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使用全部 </a:t>
            </a:r>
            <a:r>
              <a:rPr lang="en-US" altLang="zh-TW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1,745 </a:t>
            </a:r>
            <a:r>
              <a:rPr lang="zh-TW" alt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筆樣本</a:t>
            </a:r>
            <a:endParaRPr lang="en-US" dirty="0"/>
          </a:p>
          <a:p>
            <a:pPr marL="285750" indent="-285750" algn="l">
              <a:lnSpc>
                <a:spcPts val="2000"/>
              </a:lnSpc>
              <a:spcAft>
                <a:spcPts val="12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</a:t>
            </a:r>
            <a:r>
              <a:rPr lang="zh-TW" alt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資料使用率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3960" y="3585121"/>
            <a:ext cx="4137868" cy="624185"/>
          </a:xfrm>
          <a:prstGeom prst="roundRect">
            <a:avLst>
              <a:gd name="adj" fmla="val 9156"/>
            </a:avLst>
          </a:prstGeom>
          <a:solidFill>
            <a:srgbClr val="C8E6C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4100" y="3695402"/>
            <a:ext cx="4057587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28"/>
              </a:lnSpc>
              <a:spcBef>
                <a:spcPts val="240"/>
              </a:spcBef>
              <a:spcAft>
                <a:spcPts val="240"/>
              </a:spcAft>
            </a:pPr>
            <a:r>
              <a:rPr lang="zh-TW" alt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預期準確率</a:t>
            </a:r>
            <a:r>
              <a:rPr lang="en-US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4100" y="3935611"/>
            <a:ext cx="40575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78-82% (+5-7%)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768" y="4565898"/>
            <a:ext cx="91404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spcAft>
                <a:spcPts val="24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Semi-supervised is Better!</a:t>
            </a:r>
            <a:endParaRPr 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CC0F3F5-1050-5430-4138-E527F07E6658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0832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59363" y="182761"/>
            <a:ext cx="5625275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640"/>
              </a:lnSpc>
            </a:pPr>
            <a:r>
              <a:rPr lang="zh-TW" altLang="en-US" sz="3000" b="1" dirty="0"/>
              <a:t>預期成果與改善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98573" y="822722"/>
            <a:ext cx="454685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33"/>
              </a:lnSpc>
              <a:spcAft>
                <a:spcPts val="720"/>
              </a:spcAft>
            </a:pPr>
            <a:r>
              <a:rPr lang="zh-TW" altLang="en-US" dirty="0"/>
              <a:t>效能比較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890" y="2543770"/>
            <a:ext cx="8900220" cy="1821954"/>
          </a:xfrm>
          <a:prstGeom prst="roundRect">
            <a:avLst>
              <a:gd name="adj" fmla="val 4182"/>
            </a:avLst>
          </a:prstGeom>
          <a:solidFill>
            <a:srgbClr val="FFF9E6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71439" y="2684711"/>
            <a:ext cx="4401122" cy="18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67"/>
              </a:lnSpc>
              <a:spcAft>
                <a:spcPts val="720"/>
              </a:spcAft>
            </a:pPr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r>
              <a:rPr lang="zh-TW" altLang="en-US" dirty="0"/>
              <a:t>改善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2830" y="2962275"/>
            <a:ext cx="4114949" cy="979289"/>
          </a:xfrm>
          <a:prstGeom prst="roundRect">
            <a:avLst>
              <a:gd name="adj" fmla="val 7781"/>
            </a:avLst>
          </a:prstGeom>
          <a:solidFill>
            <a:srgbClr val="FFCCBC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440" y="3133576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440" y="3355925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1,417 / 1,745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440" y="3578275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(81.2%)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99670" y="3350568"/>
            <a:ext cx="14755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6221" y="2962275"/>
            <a:ext cx="4114949" cy="979289"/>
          </a:xfrm>
          <a:prstGeom prst="roundRect">
            <a:avLst>
              <a:gd name="adj" fmla="val 7781"/>
            </a:avLst>
          </a:prstGeom>
          <a:solidFill>
            <a:srgbClr val="C8E6C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8830" y="3133576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68830" y="3355925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1,745 / 1,745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8830" y="3578275"/>
            <a:ext cx="390973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6647" y="4579962"/>
            <a:ext cx="879070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480"/>
              </a:spcBef>
              <a:spcAft>
                <a:spcPts val="240"/>
              </a:spcAft>
              <a:buNone/>
            </a:pPr>
            <a:r>
              <a:rPr lang="en-US" altLang="zh-TW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+328 </a:t>
            </a:r>
            <a:r>
              <a:rPr lang="zh-TW" alt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筆樣本 </a:t>
            </a:r>
            <a:r>
              <a:rPr lang="en-US" altLang="zh-TW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+23% | </a:t>
            </a:r>
            <a:r>
              <a:rPr lang="zh-TW" alt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更好的決策</a:t>
            </a:r>
            <a:endParaRPr 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987A502-59EF-4985-37D8-A0226ABD1C5C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e382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" y="152400"/>
            <a:ext cx="8839200" cy="716012"/>
          </a:xfrm>
          <a:prstGeom prst="roundRect">
            <a:avLst>
              <a:gd name="adj" fmla="val 10642"/>
            </a:avLst>
          </a:prstGeom>
          <a:solidFill>
            <a:srgbClr val="2C3E50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318004" y="335161"/>
            <a:ext cx="4507992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60"/>
              </a:lnSpc>
              <a:buNone/>
            </a:pPr>
            <a:r>
              <a:rPr lang="zh-TW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結論與未來展望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2400" y="990302"/>
            <a:ext cx="8839200" cy="1920629"/>
          </a:xfrm>
          <a:prstGeom prst="roundRect">
            <a:avLst>
              <a:gd name="adj" fmla="val 4555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61724" y="1301650"/>
            <a:ext cx="442055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spcAft>
                <a:spcPts val="600"/>
              </a:spcAft>
              <a:buNone/>
            </a:pPr>
            <a:r>
              <a:rPr lang="zh-TW" alt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研究總結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62881" y="1768896"/>
            <a:ext cx="4328220" cy="77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應用半監督式學習於 </a:t>
            </a:r>
            <a:r>
              <a:rPr lang="en-US" altLang="zh-TW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</a:t>
            </a:r>
            <a:endParaRPr lang="en-US" dirty="0"/>
          </a:p>
          <a:p>
            <a:pPr algn="l">
              <a:lnSpc>
                <a:spcPts val="32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透過優化方法解決缺失資料問題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1732" y="3032819"/>
            <a:ext cx="8839200" cy="950119"/>
          </a:xfrm>
          <a:prstGeom prst="roundRect">
            <a:avLst>
              <a:gd name="adj" fmla="val 1113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61724" y="3200400"/>
            <a:ext cx="442055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spcAft>
                <a:spcPts val="600"/>
              </a:spcAft>
              <a:buNone/>
            </a:pPr>
            <a:r>
              <a:rPr lang="zh-TW" alt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研究流程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7216" y="3546425"/>
            <a:ext cx="882956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→ EDA → Supervised </a:t>
            </a:r>
            <a:r>
              <a:rPr lang="en-US" altLang="zh-TW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Semi-supervised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52400" y="4020144"/>
            <a:ext cx="8839200" cy="950119"/>
          </a:xfrm>
          <a:prstGeom prst="roundRect">
            <a:avLst>
              <a:gd name="adj" fmla="val 1216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352008" y="4239220"/>
            <a:ext cx="4439984" cy="18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7"/>
              </a:lnSpc>
              <a:spcAft>
                <a:spcPts val="600"/>
              </a:spcAft>
              <a:buNone/>
            </a:pPr>
            <a:r>
              <a:rPr lang="zh-TW" altLang="en-US" sz="2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期末方向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03201" y="4394223"/>
            <a:ext cx="8860536" cy="8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240"/>
              </a:spcBef>
              <a:spcAft>
                <a:spcPts val="240"/>
              </a:spcAft>
            </a:pPr>
            <a:r>
              <a:rPr lang="zh-TW" altLang="en-US" dirty="0"/>
              <a:t>資料前處理與</a:t>
            </a:r>
            <a:r>
              <a:rPr lang="en-US" altLang="zh-TW" dirty="0"/>
              <a:t>EDA</a:t>
            </a:r>
            <a:r>
              <a:rPr lang="zh-TW" altLang="en-US" dirty="0"/>
              <a:t>完成 </a:t>
            </a:r>
            <a:r>
              <a:rPr lang="en-US" altLang="zh-TW" dirty="0"/>
              <a:t>/</a:t>
            </a:r>
            <a:r>
              <a:rPr lang="zh-TW" altLang="en-US" dirty="0"/>
              <a:t>監督式模型訓練（</a:t>
            </a:r>
            <a:r>
              <a:rPr lang="en-US" altLang="zh-TW" dirty="0"/>
              <a:t>baseline</a:t>
            </a:r>
            <a:r>
              <a:rPr lang="zh-TW" altLang="en-US" dirty="0"/>
              <a:t>） </a:t>
            </a:r>
            <a:r>
              <a:rPr lang="en-US" altLang="zh-TW" dirty="0"/>
              <a:t>/</a:t>
            </a:r>
            <a:r>
              <a:rPr lang="zh-TW" altLang="en-US" dirty="0"/>
              <a:t>半監督模型訓練與優化 </a:t>
            </a:r>
            <a:r>
              <a:rPr lang="en-US" altLang="zh-TW" dirty="0"/>
              <a:t>/</a:t>
            </a:r>
            <a:r>
              <a:rPr lang="zh-TW" altLang="en-US" dirty="0"/>
              <a:t>結果分析、撰寫報告、製作簡報</a:t>
            </a:r>
            <a:endParaRPr lang="en-US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B6767135-BDE0-1526-3E7B-05493B8DEFE5}"/>
              </a:ext>
            </a:extLst>
          </p:cNvPr>
          <p:cNvSpPr/>
          <p:nvPr/>
        </p:nvSpPr>
        <p:spPr>
          <a:xfrm>
            <a:off x="4571999" y="1779464"/>
            <a:ext cx="4328220" cy="793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資料使用率</a:t>
            </a:r>
            <a:r>
              <a:rPr lang="en-US" altLang="zh-TW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81.2% → 100% (+23%)</a:t>
            </a:r>
            <a:endParaRPr lang="en-US" dirty="0"/>
          </a:p>
          <a:p>
            <a:pPr algn="l">
              <a:lnSpc>
                <a:spcPts val="3200"/>
              </a:lnSpc>
              <a:spcAft>
                <a:spcPts val="240"/>
              </a:spcAft>
              <a:buSzPct val="100000"/>
            </a:pPr>
            <a:r>
              <a:rPr 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zh-TW" altLang="en-US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準確率</a:t>
            </a:r>
            <a:r>
              <a:rPr lang="en-US" altLang="zh-TW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72% → 78-82% (+5-7%)</a:t>
            </a:r>
            <a:endParaRPr 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9778BD-69B4-745C-5C99-D53AF6EE6663}"/>
              </a:ext>
            </a:extLst>
          </p:cNvPr>
          <p:cNvSpPr txBox="1"/>
          <p:nvPr/>
        </p:nvSpPr>
        <p:spPr>
          <a:xfrm>
            <a:off x="8382000" y="4696838"/>
            <a:ext cx="53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769</Words>
  <Application>Microsoft Office PowerPoint</Application>
  <PresentationFormat>如螢幕大小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 半監督學習研究</dc:title>
  <dc:subject>資訊科學概論期末報告</dc:subject>
  <dc:creator>TDM Research Team</dc:creator>
  <cp:lastModifiedBy>玳如 劉</cp:lastModifiedBy>
  <cp:revision>3</cp:revision>
  <dcterms:created xsi:type="dcterms:W3CDTF">2025-10-23T10:45:49Z</dcterms:created>
  <dcterms:modified xsi:type="dcterms:W3CDTF">2025-10-27T02:42:23Z</dcterms:modified>
</cp:coreProperties>
</file>